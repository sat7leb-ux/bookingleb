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926080"/>
            <a:ext cx="12191695" cy="73152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SAT-7 Production 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BB"/>
                </a:solidFill>
                <a:latin typeface="Calibri"/>
              </a:defRPr>
            </a:pPr>
            <a:r>
              <a:t>Streamlining Production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Internal Training &amp;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Calibri"/>
              </a:defRPr>
            </a:pPr>
            <a:r>
              <a:t>https://bookingleb.vercel.app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What is the Production Booking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A centralized web platform that manages the entire production booking lifecycle — from initial request to final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Replaces manual booking processes with a unified digital workflow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Tracks people, programs, channels, and locations in one place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Manages transportation, dress code, and production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Sends personalized WhatsApp confirmations to participants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Accessible from any device, anywhere — fully cloud-hosted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📊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Real-time overview of all bookings, status counts, and upcoming productions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📅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Create, edit, and manage production bookings with a guided 7-step wizard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👥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Manage guest database with contact details and booking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🎬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Catalog of production programs with default settings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931920"/>
            <a:ext cx="347472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📍 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Manage studio and outdoor shooting 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931920"/>
            <a:ext cx="347472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🚗 Transportation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Track driver details, pickup locations, and departure times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Booking Workflow — 7 Simple Steps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Select or create the guest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Choose the production program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Set date, call time, and duration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Camera and technical requirements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Driver, pickup, and departure details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Dress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Expected attire and notes</a:t>
            </a:r>
          </a:p>
        </p:txBody>
      </p:sp>
      <p:sp>
        <p:nvSpPr>
          <p:cNvPr id="29" name="Oval 28"/>
          <p:cNvSpPr/>
          <p:nvPr/>
        </p:nvSpPr>
        <p:spPr>
          <a:xfrm>
            <a:off x="10744200" y="16459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77"/>
                </a:solidFill>
                <a:latin typeface="Calibri"/>
              </a:defRPr>
            </a:pPr>
            <a:r>
              <a:t>Confirm and submit the booking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Booking Status Flow: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14800"/>
            <a:ext cx="1920240" cy="5486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1879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4114800"/>
            <a:ext cx="192024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41879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Confirmed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4114800"/>
            <a:ext cx="1920240" cy="5486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1879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Declined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199" y="4114800"/>
            <a:ext cx="192024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9" y="41879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Reschedule Requested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4114800"/>
            <a:ext cx="1920240" cy="54864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41879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Cancelled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WhatsApp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Send personalized booking confirmations directly to each participant's WhatsApp.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Per-person WhatsApp icon next to each guest name in booking detail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Personalized message with booking details, program, date, and call time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Green background feedback after successful send — never lose track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Cancellation notices sent concisely with Booking ID and Program name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All WhatsApp activity logged in the booking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User Roles &amp;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9144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Full access: create, edit, delete all bookings, manage users, channels, locations, and system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Production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80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Create, edit, archive bookings and manage people, programs, and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228600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Production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60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Create and edit bookings. View-only for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19"/>
            <a:ext cx="2286000" cy="9144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40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44067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Read-only access to bookings and calendar.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229600" cy="10972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https://bookingleb.vercel.app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Getting Started: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1. Open the URL in any modern browser (Chrome, Edge, Firefox, Safari)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2. Login with your assigned email and password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3. Navigate using the sidebar: Dashboard, Bookings, Calendar, People, Programs, Settings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4. To create a booking: Bookings → New Booking → Follow the 7-step wizard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5. To change status: Click the status badge on any booking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⏱️ Save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Automated booking workflow eliminates manual data entry and follow-ups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📱 Anywhere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Cloud-hosted on Vercel + Neon — accessible from office, home, or on-the-go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🔒 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Role-based access control ensures data security and privacy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47472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📊 Real-time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1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Instant overview of all bookings, statuses, and upcoming productions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749039"/>
            <a:ext cx="347472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💬 WhatsApp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38911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One-click personalized confirmations to all participants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49039"/>
            <a:ext cx="347472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🔄 Status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38911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Track every booking from Pending → Confirmed → Completed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926080"/>
            <a:ext cx="12191695" cy="73152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Need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B"/>
                </a:solidFill>
                <a:latin typeface="Calibri"/>
              </a:defRPr>
            </a:pPr>
            <a:r>
              <a:t>Contact your system administrator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00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Account setup and password reset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Role and permission changes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New user registration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Technical support and bug reports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Feature requests and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SAT-7 Production Booking System — Built for efficiency, designed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